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embeddedFontLst>
    <p:embeddedFont>
      <p:font typeface="Alexandria"/>
      <p:regular r:id="rId201314"/>
    </p:embeddedFont>
    <p:embeddedFont>
      <p:font typeface="Alexandria Medium"/>
      <p:regular r:id="rId201315"/>
    </p:embeddedFont>
    <p:embeddedFont>
      <p:font typeface="Alexandria Bold"/>
      <p:regular r:id="rId201316"/>
    </p:embeddedFont>
    <p:embeddedFont>
      <p:font typeface="Manrope"/>
      <p:regular r:id="rId201317"/>
    </p:embeddedFont>
    <p:embeddedFont>
      <p:font typeface="Manrope Medium"/>
      <p:regular r:id="rId201318"/>
    </p:embeddedFont>
    <p:embeddedFont>
      <p:font typeface="Manrop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96351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265286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Practical Applications of SQL in Industry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375143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Structured Query Language Dominates Modern Enterprise Databases &amp; Industry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96351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2171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Industry Prefers SQL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77306"/>
            <a:ext cx="4722763" cy="13085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3127" y="2538115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Declarative &amp; Standardized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33127" y="2844626"/>
            <a:ext cx="43249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Focuses on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data to retrieve rather than HOW — a universal skill across PostgreSQL, MySQL, and SQL Server. One language to rule them all.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827636"/>
            <a:ext cx="4722763" cy="13085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3988445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ACID Compliance &amp; Reliability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33127" y="4294956"/>
            <a:ext cx="43249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Ensures transactional safety through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Atomicity, Consistency, Isolation, and Durability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the gold standard for mission-critical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1781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Industry Verticals Using SQL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744316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8531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Banking &amp; Finance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415967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Ledger management, payment gateways, fraud detection, and regulatory audits — all powered by SQL.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744316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8531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E-Commerce &amp; Retail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415967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Inventory tracking, order pipelines, and customer spending analytics at scale.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744316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8531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Healthcare Analytics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415967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Patient EHR records, clinical trial data tracking, and compliance trails with full audit history.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969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vs Non-Relational Storage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4264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2411983"/>
            <a:ext cx="318939" cy="3189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528157" y="243854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17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935685" y="2460650"/>
            <a:ext cx="20394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Relational Integrity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35685" y="2823865"/>
            <a:ext cx="203946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Primary/Foreign Keys enforce data consistency across every table in the system.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52331" y="2411983"/>
            <a:ext cx="318939" cy="3189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05500" y="243854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17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613029" y="2460650"/>
            <a:ext cx="2039541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Multi-Table JOIN Capability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613029" y="3045321"/>
            <a:ext cx="203954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Seamlessly combine data from multiple sources for comprehensive, cross-domain analysis.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988" y="4236095"/>
            <a:ext cx="318939" cy="3189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8157" y="426266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17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935685" y="4284762"/>
            <a:ext cx="4716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Business Intelligence Integration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35685" y="4647977"/>
            <a:ext cx="471688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Native support for PowerBI, Tableau, and enterprise analytics platforms out of the box.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8629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Global Market Preference: </a:t>
            </a:r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38BDF8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70%+ Enterprise Adoption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9266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70%+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357157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Enterprise Adoption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87808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 databases lead global enterprise deployments across every major industry sector.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29266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357157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Cloud Giants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387808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AWS RDS, Azure SQL, and GCP Cloud SQL all prioritize SQL for analytics and transactional storage.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29266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357157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Universal Standard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3878089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 remains the universal language of data engineering and analytics across all industries worldwide.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471800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Managed cloud SQL services reduce infrastructure overhead while maintaining high performance and reliability — making SQL the enterprise default at every scale.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816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vs Spreadsheets for Business</a:t>
            </a:r>
            <a:endParaRPr lang="en-US" sz="2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6119" y="2308175"/>
          <a:ext cx="6858000" cy="914400"/>
        </p:xfrm>
        <a:graphic>
          <a:graphicData uri="http://schemas.openxmlformats.org/drawingml/2006/table">
            <a:tbl>
              <a:tblPr/>
              <a:tblGrid>
                <a:gridCol w="1793388"/>
                <a:gridCol w="3179188"/>
                <a:gridCol w="3179188"/>
              </a:tblGrid>
              <a:tr h="4088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Dimension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SQL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252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Spreadsheets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6380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Data Capacity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Handles millions of rows with consistent performance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Caps at ~1M rows with significant degradation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0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Multi-User Access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Concurrent users with row/table locking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Risk of data corruption under simultaneous edits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80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Query Speed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Complex queries execute in milliseconds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Manual filtering required; slow on large datasets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Data Validation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Enforces constraints and referential integrity automatically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E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Relies entirely on manual validation by users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1767" marR="141767" marT="4763" marB="4763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085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Real-World Query: Top VIP Customers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026444"/>
            <a:ext cx="3682231" cy="3460626"/>
          </a:xfrm>
          <a:prstGeom prst="roundRect">
            <a:avLst>
              <a:gd name="adj" fmla="val 9832"/>
            </a:avLst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168203"/>
            <a:ext cx="33987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Business Problem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531418"/>
            <a:ext cx="339871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top 3 customers by total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from completed orders — calculating order count and total spending per customer to power VIP loyalty programs.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24796" y="2168203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SQL Query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4796" y="2549128"/>
            <a:ext cx="4327773" cy="2778472"/>
          </a:xfrm>
          <a:prstGeom prst="roundRect">
            <a:avLst>
              <a:gd name="adj" fmla="val 7654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494907" y="2690887"/>
            <a:ext cx="3987552" cy="2494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c.customer_name,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COUNT(o.order_id) AS total_orders,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SUM(o.amount) AS total_spent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c.customer_id = o.customer_id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c.customer_name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total_spent DESC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96351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6071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SQL is an Essential Industry Skill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659285"/>
            <a:ext cx="4722763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1805806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Transactional Safety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12318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ACID compliance ensures data integrity in every mission-critical operation.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854226"/>
            <a:ext cx="4722763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640" y="300074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Declarative Performance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3307259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Write once, optimize everywhere — SQL engines handle execution efficiency automatically.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4049167"/>
            <a:ext cx="4722763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419568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Engineering Backbone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4502200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Powers analytics, reporting, ETL pipelines, and real-time dashboards at enterprise scale.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6119" y="5244108"/>
            <a:ext cx="4722763" cy="1053182"/>
          </a:xfrm>
          <a:prstGeom prst="roundRect">
            <a:avLst>
              <a:gd name="adj" fmla="val 2019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640" y="539062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Universal Across Industries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2640" y="569714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finance to healthcare to e-commerce — SQL is the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universal language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data.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2026-09-02T06:20:23Z</dcterms:created>
  <dcterms:modified xsi:type="dcterms:W3CDTF">2026-09-02T06:20:23Z</dcterms:modified>
</cp:coreProperties>
</file>