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Java Foundations for Databricks — Day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</a:rPr>
              <a:t>From JVM architecture to clean, runnable Java programs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JDK/JRE/JVM • Bytecode • Types &amp; Operators • I/O • IDE • Compilation • Stack/Heap • Coding Standards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18120" y="1508760"/>
            <a:ext cx="3474720" cy="34747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</a:rPr>
              <a:t>{ Java }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4672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→ JVM → Spark/Databricks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Learning path: one connected mental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508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95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Write .java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67128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468880" y="2103120"/>
            <a:ext cx="150876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395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javac compiler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41648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1508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395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Bytecode .class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16168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150876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395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JVM executes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90688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092440" y="2103120"/>
            <a:ext cx="1508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2395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Stack + Heap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65208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966960" y="2103120"/>
            <a:ext cx="150876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395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Clean code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Databricks connection: Java runs on the JVM—the same runtime family underlying Spark. Understanding JVM execution and memory makes later Spark behavior easier to reason about.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JDK, JRE and JVM — what each one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64008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JDK — Develop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306324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Compiler (javac), tools and runtime components. Use it when writing, compiling and debugging Java.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64008" cy="3383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JRE — Run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883664"/>
            <a:ext cx="306324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Runtime libraries + JVM conceptually needed to run Java applications. Modern JDK distributions bundle runtime capabilities.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71600"/>
            <a:ext cx="64008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JVM — Execute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883664"/>
            <a:ext cx="306324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Loads/verifies bytecode, manages memory, executes/JIT-compiles code and performs garbage collection.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Teaching mnemonic: JDK builds → JVM executes → runtime libraries support the program.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Architecture visual — from source to execution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737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Hello.java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04288" y="2441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4A"/>
                </a:solidFill>
              </a:rPr>
              <a:t>→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1737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javac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441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4A"/>
                </a:solidFill>
              </a:rPr>
              <a:t>→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5074920" y="2103120"/>
            <a:ext cx="1737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Hello.class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BYTECODE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30568" y="2441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4A"/>
                </a:solidFill>
              </a:rPr>
              <a:t>→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360920" y="2103120"/>
            <a:ext cx="173736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JVM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16568" y="2441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A34A"/>
                </a:solidFill>
              </a:rPr>
              <a:t>→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9646920" y="2103120"/>
            <a:ext cx="1737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Machine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execution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39776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“Write once, run where a compatible JVM exists” is enabled by targeting bytecode rather than one CPU instruction set.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JDK/JVM — Java vs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JAVA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55080" y="1325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</a:rPr>
              <a:t>PYTHON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9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95144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Explicit javac step commonly produces .class bytecode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8308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29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295144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CPython normally compiles source to Python bytecode internally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53288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532888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044952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Statically typed declarations checked at compile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253288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53288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044952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Dynamically typed names resolved at runtime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2826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82696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JVM executes/JIT-compiles Java bytecode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826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28269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3794760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Python VM/interpreter executes Python bytecode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403250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03250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5840" y="4544568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More explicit boilerplate; strong compile-time checks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55080" y="403250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032504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37960" y="4544568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Concise syntax; rapid scripting and exploration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2960" y="47823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4782312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4928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5840" y="5294376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Natural fit with JVM ecosystem used by Spark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355080" y="47823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478231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928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537960" y="5294376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Excellent Databricks data/ML productivity via PySpark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Handwritten recap — JDK/JRE/JVM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325880"/>
            <a:ext cx="10149840" cy="4800600"/>
          </a:xfrm>
          <a:prstGeom prst="roundRect">
            <a:avLst/>
          </a:prstGeom>
          <a:solidFill>
            <a:srgbClr val="FFFDF5"/>
          </a:solidFill>
          <a:ln w="15240">
            <a:solidFill>
              <a:srgbClr val="E7D7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828800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67712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706624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145536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584448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4023360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4462272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901184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5340096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20000">
            <a:off x="1371600" y="1444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✎  QUICK NOTES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 rot="-60000">
            <a:off x="1417320" y="1938528"/>
            <a:ext cx="9235440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JDK = tools for DEVELOPING Java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javac turns .java → .class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class file contains BYTECODE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JVM loads + verifies + executes bytecode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JVM manages memory + garbage collection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Spark itself is JVM-based — this matters later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Bytecode — the portability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64008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Why bytecode?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4892040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Java source is not compiled directly for only one machine. javac produces platform-neutral JVM instructions in a .class file. A compatible JVM translates/executes those instructions for the host platform.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37160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Why should a Databricks learner care?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1883664"/>
            <a:ext cx="4892040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Spark’s core executes on the JVM. Java/Scala code works close to this runtime model. JVM logs, exceptions, memory pressure and serialization become easier to understand.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94560" y="5303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Source code → bytecode → JVM → native execution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Data types, variables and literals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64008" cy="4389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72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Primitive types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320040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byte, short, int, long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float, double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char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boolean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Store simple values. Choose a type that matches the domain and range.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325880"/>
            <a:ext cx="64008" cy="4389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472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Variables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1837944"/>
            <a:ext cx="320040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int orders = 25;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double revenue = 1250.75;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String city = "Chennai";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Java variable declarations include a type.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32588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325880"/>
            <a:ext cx="64008" cy="4389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472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Literals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1837944"/>
            <a:ext cx="320040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25          // int literal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25L         // long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3.14        // double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3.14F       // float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'A'         // char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true        // boolean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"Java"      // String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Operators — turn values into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64008" cy="4297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Arithmetic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883664"/>
            <a:ext cx="306324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+  -  *  /  %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for totals, averages, remainders and calculations.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int total = qty * price;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64008" cy="4297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Comparison + Logical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883664"/>
            <a:ext cx="306324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== != &gt; &lt; &gt;= &lt;=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&amp;&amp; || !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in decisions and filters.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qty &gt; 0 &amp;&amp; price &gt; 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71600"/>
            <a:ext cx="64008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Assignment + Unary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883664"/>
            <a:ext cx="306324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= += -= *= /=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++ -- + - !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to update state carefully.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total += amount;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Java vs Python — types and operators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JAVA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55080" y="1325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</a:rPr>
              <a:t>PYTHON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9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95144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int qty = 10;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8308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29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295144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qty = 10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53288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532888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044952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double rate = 4.5;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253288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53288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044952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rate = 4.5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2826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82696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String city = "Pune";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826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28269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3794760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city = "Pune"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403250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03250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5840" y="4544568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boolean active = true;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55080" y="403250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032504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37960" y="4544568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active = True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2960" y="47823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4782312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4928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5840" y="5294376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&amp;&amp;, ||, !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355080" y="47823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478231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928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537960" y="5294376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and, or, not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Exercise 1 — retail order calculator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105156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OrderCalculator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int? Whole-number item count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unitPrice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499.50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double? Decimal monetary demo value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discountRate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WHEN? Percentage represented as decimal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gross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unitPrice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HOW? Arithmetic operator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discount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gross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discountRate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gross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discount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highValue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Comparison creates boolean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 = 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 value? 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Trainee challenge: change quantity/price, add 18% tax, and print the final payable amount.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Basic input/output — interacting with a program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105156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HOW: reads console input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product: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WHEN: text input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quantity: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WHEN: integer input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"Ordered: 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x 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WHY: release the resource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IDE setup — beginner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72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37944"/>
            <a:ext cx="310896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Install JDK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25880"/>
            <a:ext cx="6400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72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1837944"/>
            <a:ext cx="310896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Verify java -version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and javac -version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13258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32588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472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1837944"/>
            <a:ext cx="310896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Install IntelliJ IDEA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or VS Code + Java extensions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566160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078224"/>
            <a:ext cx="310896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Create project / class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566160"/>
            <a:ext cx="6400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4078224"/>
            <a:ext cx="310896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Run HelloWorld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7532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56616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58200" y="4078224"/>
            <a:ext cx="310896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Read console + errors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Compile and run — command-line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105156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File: HelloDatabricks.java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HelloDatabricks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foundations for Databricks"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Terminal commands: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Compile source code into JVM bytecode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javac HelloDatabricks.java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Run the class through the JVM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java HelloDatabricks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Important: java command uses the CLASS NAME, not HelloDatabricks.class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What happens when you press Run?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1280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533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Editor saves .java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344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0574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305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Compiler checks syntax/types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1500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60120" y="283464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077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788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Bytecode generated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15000" y="28986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60120" y="3611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6850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566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Class loader loads class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5000" y="3675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0120" y="43891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4622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4343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JVM executes main()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15000" y="44531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0120" y="51663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239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5120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Console receives output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92240" y="1463040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1463040"/>
            <a:ext cx="64008" cy="3566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6093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Debugging mindset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1975104"/>
            <a:ext cx="4069080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Compile-time error → fix source/type/syntax.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Runtime exception → program compiled but failed while executing.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Logical error → program runs but result is wrong.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Memory areas — stack vs heap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64008" cy="4389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721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837944"/>
            <a:ext cx="470916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Method-call frames, local primitive values and references.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Fast, structured by method calls.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Local variables disappear when their method frame completes.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Example: int qty = 3;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325880"/>
            <a:ext cx="64008" cy="4389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4721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HEAP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1837944"/>
            <a:ext cx="470916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Objects and arrays created at runtime.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Shared across references as permitted by program scope.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Garbage collector can reclaim unreachable objects.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Example: new Customer("AK")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5870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A reference variable can be on the stack while the object it refers to lives on the heap.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Stack/heap visual — follow the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4297680" cy="429768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STACK — main() frame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qty = 3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customerRef = 0xA1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0" y="1371600"/>
            <a:ext cx="4297680" cy="4297680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HEAP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80960" y="242316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Customer object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name = "AK"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23360" y="3154680"/>
            <a:ext cx="365760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reference → object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Java vs Python — memory discussion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JAVA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55080" y="1325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</a:rPr>
              <a:t>PYTHON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9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95144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JVM defines runtime memory areas and GC behavior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8308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29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295144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Python implementation manages objects; CPython uses reference counting + cyclic GC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53288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532888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044952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Local primitives may be stored directly in stack frames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253288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53288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044952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Names generally reference Python objects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2826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82696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new explicitly constructs many objects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8269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28269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3794760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Object creation syntax is usually more implicit/concise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403250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03250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5840" y="4544568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JVM tuning matters directly for Java/Spark workloads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55080" y="403250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032504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178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37960" y="4544568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PySpark still interacts with JVM Spark plus Python worker processes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2960" y="47823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4782312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4928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05840" y="5294376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Avoid simplistic “everything is stack vs heap” rules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355080" y="47823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478231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928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537960" y="5294376"/>
            <a:ext cx="466344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Implementation details also matter; teach references conceptually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Handwritten recap — stack &amp; heap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325880"/>
            <a:ext cx="10149840" cy="4800600"/>
          </a:xfrm>
          <a:prstGeom prst="roundRect">
            <a:avLst/>
          </a:prstGeom>
          <a:solidFill>
            <a:srgbClr val="FFFDF5"/>
          </a:solidFill>
          <a:ln w="15240">
            <a:solidFill>
              <a:srgbClr val="E7D7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828800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67712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706624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145536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584448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4023360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4462272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901184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5340096"/>
            <a:ext cx="9784080" cy="0"/>
          </a:xfrm>
          <a:prstGeom prst="line">
            <a:avLst/>
          </a:prstGeom>
          <a:noFill/>
          <a:ln w="8890">
            <a:solidFill>
              <a:srgbClr val="D7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20000">
            <a:off x="1371600" y="1444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✎  QUICK NOTES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 rot="-60000">
            <a:off x="1417320" y="1938528"/>
            <a:ext cx="9235440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STACK → method calls + locals + references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HEAP → objects + arrays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reference ≠ object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new Customer(...) creates an object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GC reclaims unreachable heap objects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In Spark later: memory pressure &amp; GC become practical topics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Coding standards — write code humans can maintain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64008" cy="4526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264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Naming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792224"/>
            <a:ext cx="3154680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Classes: PascalCase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Methods/variables: camelCase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Constants: UPPER_SNAKE_CASE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meaningful domain names: orderTotal, not 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280160"/>
            <a:ext cx="64008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4264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Structure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1792224"/>
            <a:ext cx="3154680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One responsibility per method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Consistent indentation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Braces consistently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Avoid magic numbers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Keep methods readable and focused.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280160"/>
            <a:ext cx="64008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4264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Professional habits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1792224"/>
            <a:ext cx="3154680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Comment WHY, not obvious WHAT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Validate inputs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Handle resources safely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Prefer clarity over cleverness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formatter/linter/team conventions.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Bad vs better Java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105156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unclear names, magic number, no intent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BETTER: names explain the business rule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GST_RATE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subtotal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unitPrice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payableAmount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subtotal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GST_RATE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isHighValueOrder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payableAmount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isHighValueOrder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"High-value order"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Rule for freshers: code is read far more often than it is written.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Meme break — Java vs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33272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6276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WHEN THE TRAINER SAYS “JUST CREATE A VARIABLE”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11680" y="2423160"/>
            <a:ext cx="2011680" cy="2011680"/>
          </a:xfrm>
          <a:prstGeom prst="ellipse">
            <a:avLst/>
          </a:prstGeom>
          <a:solidFill>
            <a:srgbClr val="FDE68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2423160"/>
            <a:ext cx="2011680" cy="201168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</a:rPr>
              <a:t>JAVA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7532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PYTHON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2971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48920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Java: “What TYPE?”     Python: “I’ll decide at runtime.”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Integrated Day 1 exercise — Order Intake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105156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OrderIntake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TAX_RATE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constant: coding standard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scanner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"Product: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"Quantity: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"Unit price: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unitPrice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nextDouble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subtotal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unitPrice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finalAmount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subtotal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TAX_RATE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"%s | Qty=%d | Final=%.2f%n"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finalAmount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</a:rPr>
              <a:t>Explain during demo: types → literals → operators → I/O → compile/run → stack locals → heap objects → naming standards.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Practice tasks — progressive difficulty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72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Level 1 — 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837944"/>
            <a:ext cx="306324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1. Print your name and training batch.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2. Declare int, double, boolean, char and String variables.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3. Calculate area of a rectangle.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4. Compile and run from terminal.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25880"/>
            <a:ext cx="64008" cy="448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72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Level 2 — Applied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837944"/>
            <a:ext cx="306324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1. Read product, quantity and price.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2. Calculate subtotal and discount.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3. Use comparison/logical operators to flag high-value orders.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4. Follow naming standards.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25880"/>
            <a:ext cx="64008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721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Level 3 — Explain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837944"/>
            <a:ext cx="3063240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1. Draw source→bytecode→JVM flow.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2. Mark likely stack locals and heap objects.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3. Explain one Java/Python difference.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4. Refactor poorly named code.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MCQs — concept check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1. Which component compiles Java source?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 JVM   B javac   C java   D Scanner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2. A .class file primarily contains: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 Python code   B SQL   C JVM bytecode   D CPU-specific source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3. Which is a primitive Java type?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 String   B int   C Scanner   D ArrayList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4. Which operator means logical AND?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 &amp; only   B and   C &amp;&amp;   D ||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5. Which command normally runs Hello.class?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 javac Hello   B java Hello   C java Hello.class   D run Hello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8978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Answers: 1-B • 2-C • 3-B • 4-C • 5-B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MCQs — concept check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10424160" cy="4709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6. Objects created with new are generally allocated in which JVM memory area?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Heap   B Source folder   C Bytecode cache   D IDE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7. Which follows standard Java class naming?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orderprocessor   B OrderProcessor   C order_processor   D ORDERPROCESSOR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8. What is the type of 3.14 by default?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float   B int   C double   D long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9. Which statement is most accurate?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JVM compiles .java directly every time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 javac produces JVM bytecode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 JDK is only an editor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 Heap stores only primitive locals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10. Best comment style?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Repeat every line   B Explain intent/why where useful   C No comments ever   D Comment braces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Answers: 6-A • 7-B • 8-C • 9-B • 10-B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</a:rPr>
              <a:t>JAVA • DATABRICKS • DAY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Day 1 exit ticket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64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Learnlytica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By the end of Day 1, a trainee should be able to…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✓  Explain JDK/JRE/JVM without mixing their roles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5877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✓  Trace .java → .class → JVM execution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311810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✓  Use variables, literals, operators and console I/O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28800" y="364845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✓  Compile and run a Java program independently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41788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✓  Explain stack/reference/heap at beginner level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4709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✓  Write readable Java following basic coding standards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523951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✓  Describe key Java vs Python differences relevant to Databricks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Learnlytica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Foundations for Databricks - Day 1</dc:title>
  <dc:subject>Java for Databricks Day 1</dc:subject>
  <dc:creator>Learnlytica</dc:creator>
  <cp:lastModifiedBy>Learnlytica</cp:lastModifiedBy>
  <cp:revision>1</cp:revision>
  <dcterms:created xsi:type="dcterms:W3CDTF">2026-09-27T07:12:51Z</dcterms:created>
  <dcterms:modified xsi:type="dcterms:W3CDTF">2026-09-27T07:12:51Z</dcterms:modified>
</cp:coreProperties>
</file>